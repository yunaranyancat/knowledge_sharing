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FB0FF"/>
                </a:solidFill>
                <a:latin typeface="Segoe UI"/>
              </a:rP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Web Application Penetration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6BFD1"/>
                </a:solidFill>
                <a:latin typeface="Segoe UI"/>
              </a:rPr>
              <a:t>Access &amp; Authorization Bugs  ·  Reading Findings  ·  Developer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68E"/>
                </a:solidFill>
                <a:latin typeface="Segoe UI"/>
              </a:rPr>
              <a:t>Authentication · Broken Access Control / IDOR · CSRF · Optional module · How to read a VAPT finding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DAY 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Warm-up — answer from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82296" cy="9144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Segoe U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What made SQL Injection possible, and what's the primary fix?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4436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44368"/>
            <a:ext cx="82296" cy="9144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Segoe U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44368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What made Command Injection possible, and what's the primary fix?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59935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059935"/>
            <a:ext cx="82296" cy="9144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59935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Segoe UI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59935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What made XSS possible, and why is output encoding the fix?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221223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B6472"/>
                </a:solidFill>
                <a:latin typeface="Segoe UI"/>
              </a:rPr>
              <a:t>Day 1 = INJECTION (data → code context). Day 2 = ACCESS &amp; AUTH (server fails to verify).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What we'll do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Authentication Weaknesses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missing login controls, brute force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Broken Access Control / IDOR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server forgets to check permission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Cross-Site Request Forgery (CSRF)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forged authenticated requests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Optional module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File Upload — if pace allows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How developers should read a VAPT finding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just enough to act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Final review + developer security checklist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root cause, not just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Authentication Weaknesses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What control is MISSING on the login?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vulnerabilities/brute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AUTH WEAKNESS · WHAT IS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login may be ‘correct’ — but uncontrolled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The question is never ‘what password?’ — it's ‘what stops a thousand guesses?’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Focus on the web login 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brute force is the same idea for any service; here it's the web app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The bug is usually a MISSING control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no rate limit, no lockout, no CAPTCHA, no MFA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Plus weak passwords and leaky error messages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‘user not found’ vs ‘wrong password’ enables enumeration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Root cause in one 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authentication allows excessive or weak login attempts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Auth Weakness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AUTH WEAKNESS · VULNERABLE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brute/source/low.php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$user = $_GET['username'];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$pass = md5( $_GET['password'] 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$q = "SELECT * FROM users WHERE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 user = '$user' AND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 password = '$pass';";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no attempt counter, no lockout, no delay, no CAPTCHA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(and string-concatenated → also SQL-injectable)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Nothing limits how many times an attacker can try. Weak MD5, no throttling.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Auth Weakness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AUTH WEAKNESS ·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Small, targeted brute 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Send a login to Burp Intruder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Mark the password parameter as the payload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Tiny list: password, 123456, letmein, admin, charley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Sort by response length → the hit stands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Keep it small — the lesson is the missing control, not running huge wordlists.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Auth 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AUTH WEAKNESS · MISSING CONTROLS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What should be there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6459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Controls that were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Rate limiting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slow down guesses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Account lockout / backoff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after N failures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MFA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stolen password isn't enough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Strong password policy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kills the easy list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Generic errors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prevent user enumeration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906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6259068" y="16459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10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Account takeover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by guessing credentials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User enumeration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learn valid usernames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Credential stuffing at scale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reused passwords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SQLi here → auth bypass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vuln vs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Auth 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AUTH WEAKNESS ·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brute/source/impossible.php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361188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impossible.php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026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// count failures and lock the account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if( $row['failed_login'] &gt;= $total_failed_login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    &amp;&amp; $timenow &lt; $timeout ) { $account_locked = true; 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$data = $db-&gt;prepare('SELECT * FROM users WHERE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   user=(:user) AND password=(:password) LIMIT 1;');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if( $account_locked ) { sleep( rand(2,4) ); 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+ prepared statement, lockout window, deliberate delay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21808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Retest (Lab 5): re-run Intruder at Impossible → lockout / delay makes bulk guessing impractical.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Auth Weakness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AUTH WEAKNESS · VULNERABILITY VS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Keep the two ideas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SQL Injection = a VULNERABILITY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 flaw in how the query is built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Authentication bypass = a possible IMPACT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one thing that vulnerability lets you achieve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Weak login controls = a different vulnerability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fixed by throttling / MFA, not by parameterizing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Why it matters when reading findings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 fix follows the root cause, not the headline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Auth Weakness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Broken Access Control / IDOR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The server trusts an ID it shouldn't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vulnerabilities/bac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ACCESS CONTROL · THE CORE DISTINCTION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Two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Being logged in is not the same as being allowed to see record #1002.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‘Who are you?’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Proven by login / session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You proved this in the previous module (Auth)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Necessary — but not sufficient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‘Are you allowed THIS resource?’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Checked per object, per action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Must happen on the server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IDOR = this check is missing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for a direct object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Broken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IDOR · THE VULNERABLE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Retrieve object, never check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the anti-pattern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/profile?id=1001   ...then attacker tries id=1002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$id  = $_GET['id'];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$user = getUser($id);      // object fetched by raw id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display($user);            // shown with NO permission check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DVWA bac/low.php goes further and 'checks' the id against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a COOKIE the client controls — so it enforces nothing: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if( $id == intval($_COOKIE['user_id']) ) { show($id);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The record exists, so it's returned. The app never asks whether THIS user may see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Broken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IDOR ·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Change the identifier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Browse to  /vulnerabilities/bac/   (not in the left menu)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Add cookie user_id=1, view ?action=view&amp;user_id=1 → your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Change BOTH the user_id param and the cookie to 2, 3, 4…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You read other users' profiles  (Gordon Brown, Hack Me, 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Horizontal escalation (other users) · Vertical escalation (admin-only objects). The record exists, so it is returned.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Broken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IDOR · THE CORRECT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Authorize on the server, every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Logged-in user  (from the SERVER-SIDE session)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Requested object  (by 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Authorization check: does THIS user own / may access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Allow  /  Deny   (default: deny)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Identity comes from the session — never from a parameter or cookie the client can 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Broken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IDOR · DO &amp; DON'T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How NOT to fix it, and how to fix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Obscuring the identifier is not access control. The server must enforce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Does NOT fix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Hiding the id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in a hidden field / JS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Hashing / encoding the id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/profile?id=8f3a… is just as open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Sequential → random ids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still returned without a check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Client-side checks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attacker controls the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Actually fixes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Server-side authorization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on every object access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Compare to session user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not to client input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Default deny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then allow the owner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Enforce object ownership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in the query / service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Broken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IDOR · FIX &amp;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bac/source/impossible.php (idea)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361188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impossible.php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026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// identity from the session, not from input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$current = currentUserIdFromSession();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// only return the record if it belongs to this user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if( $id === $current /* or role permits */ 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   show( getUser($id) 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} else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63E68A"/>
                </a:solidFill>
                <a:latin typeface="Consolas"/>
              </a:rPr>
              <a:t>    deny();   // 403 - insufficient privileges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21808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Retest (Lab 6): at Impossible, other IDs return ‘Access denied’ — only your own record is shown.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Broken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Cross-Site Request Forgery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The browser sends the cookie for the attacker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vulnerabilities/csrf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CSRF · WHAT IS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forged, authenticated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Browsers auto-attach your session cookie to every request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to a site — including ones you didn't intend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If a state-changing request has nothing UNPREDICTABLE in 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an attacker's page can forge it on your behalf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The attacker never sees your cookie or the response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they just cause the request to be sent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Root cause in one 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 app accepts state-changing requests without proof of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CSRF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CSRF · VULNERABLE REQUEST &amp;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csrf/source/low.php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the password-change request — note: GET, no token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GET /vulnerabilities/csrf/?password_new=abc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   &amp;password_conf=abc&amp;Change=Change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Cookie: PHPSESSID=...   ← sent AUTOMATICALLY by browser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// server side — accepts it with no anti-CSRF check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if( $pass_new == $pass_conf 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UPDATE users SET password=... WHERE user=current;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No unpredictable token → any page can craft this URL and the browser will authenticate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CSRF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CSRF · THE PROOF-OF-CONCEPT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page the victim merely opens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361188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csrf-poc.html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026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&lt;!-- attacker's ‘innocent’ page (csrf-poc.html) --&gt;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&lt;html&gt;&lt;body&gt;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 &lt;h3&gt;Totally innocent page&lt;/h3&gt;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&lt;img src="http://127.0.0.1:4280/vulnerabilities/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csrf/?password_new=hacked&amp;password_conf=hacked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&amp;Change=Change"&gt;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&lt;/body&gt;&lt;/html&gt;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# from lab/attacker/, serve it same-site, then open it: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docker cp csrf-poc.html \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  lab-dvwa-1:/var/www/html/hackable/uploads/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21808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On Low the cookie is Lax-by-default → a file:// PoC sends no cookie. Serve from 127.0.0.1 (same-site), open in the logged-in browser → password becomes ‘hacked’.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CSRF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CSRF · 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forged request rides your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Victim is logged in to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Victim visits the attacker's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Browser auto-sends the app's session cookie with the forged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App can't tell it wasn't intended → it accepts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The fix must add something the attacker's page cannot know or predict.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CSRF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CSRF ·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Prove the request was intended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The token is something the attacker's cross-site page cannot read or guess.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Anti-CSRF token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unpredictable, per-session/request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Checked server-side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reject if missing/invalid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SameSite cookies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Lax / Strict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Supporting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Use POST for state changes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not GET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Re-auth for sensitive actions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e.g. current password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Origin / Referer checks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defence in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CSRF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CSRF ·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No token  →  Required anti-CSRF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52144" cy="292608"/>
          </a:xfrm>
          <a:prstGeom prst="roundRect">
            <a:avLst>
              <a:gd name="adj" fmla="val 30000"/>
            </a:avLst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03E3E"/>
                </a:solidFill>
                <a:latin typeface="Segoe UI"/>
              </a:rPr>
              <a:t>VULNERABLE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17904"/>
            <a:ext cx="793699" cy="292608"/>
          </a:xfrm>
          <a:prstGeom prst="roundRect">
            <a:avLst>
              <a:gd name="adj" fmla="val 30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517904"/>
            <a:ext cx="7936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F9E44"/>
                </a:solidFill>
                <a:latin typeface="Segoe UI"/>
              </a:rPr>
              <a:t>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  (vulnerable)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if($pass_new==$pass_conf){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UPDATE users SET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   password=$pass_new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WHERE user=current;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A8499"/>
                </a:solidFill>
                <a:latin typeface="Consolas"/>
              </a:rPr>
              <a:t>// no token checked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A8499"/>
                </a:solidFill>
                <a:latin typeface="Consolas"/>
              </a:rPr>
              <a:t>// GET, no re-auth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impossible.php  (secure)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checkToken(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$_REQUEST['user_token'],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$_SESSION['session_token'],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'index.php' 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// also verifies CURRENT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// password before change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generateSessionToken();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CSRF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CSRF ·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Token blocks the forgery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The PoC page can't supply a valid user_token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the request is rejected server-side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SameSite=Lax/Strict stops the cookie riding cross-site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modern default, add it explicitly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Retest — Lab 7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at Impossible, reload and fire the PoC → rejected (invalid token)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CSRF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Optional Module — File 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Uploaded file becomes code execution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vulnerabilities/upload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FILE UPLOAD · WHAT IS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An image feature that runs your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Instructor runs this if pace allows — seven solid modules beat twelve rushed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App saves an uploaded file to a web-served folder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and the server will execute 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Upload a .php file → browse to it → it runs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unrestricted upload becomes remote code execution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The feature was meant for images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 attacker ignores that assumption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Root cause in one 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 server trusts the client's file name / type /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Optional · File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FILE UPLOAD · VULNERABLE CODE &amp; EXPLOIT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upload/source/low.php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$target = DVWA_WEB_PAGE_TO_ROOT.'hackable/uploads/';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$target .= basename($_FILES['uploaded']['name']);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move_uploaded_file($tmp, $target);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no check of type, extension, or content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// attacker uploads shell.php: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&lt;?php system($_GET['c'] ?? 'id'); ?&gt;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// then browses: /hackable/uploads/shell.php?c=whoami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Original filename + no validation → a .php lands in a folder the server will execute.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Optional · File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FILE UPLOAD · IMPACT &amp;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From upload to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6459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Remote code execution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run commands on the server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Web shell / persistence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Read &amp; modify app data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Pivot into the 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906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6259068" y="16459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10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Validate real content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verify/re-encode the image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Force a safe extension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and a generated filename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Never trust client name/type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two things to stop trusting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Store outside web root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or mark non-executable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Optional · File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FILE UPLOAD ·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Retest &amp;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Impossible re-encodes the image and forces a safe name/extension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your PHP is stripped or never stored as executable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Retest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Security = Impossible → re-upload shell.php → rejected as not a valid image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Now you try — Lab 8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upload, get code execution, read both files, 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Optional · File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How Developers Should Read a VAPT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Just enough to act — no report-writing course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READING A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useful finding answers four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The report exists to help a developer act — nothing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What developers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What is wrong?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vulnerability + mechanism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Where is it?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exact request / parameter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Why does it matter?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realistic impact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How do we fix it?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specific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What to 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Multiple framework mappings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Large business-risk essays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Remediation project plans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Excessive reporting 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Reading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READING A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8-field structure (example: SQLi)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Fill this live for the SQLi you exploited on Day 1. That's enough.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Finding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SQL Injection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High — unauthenticated read of the users table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Affected Location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GET /vulnerabilities/sqli/?id=   (param: id)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id is inserted directly into a SQL query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1' OR '1'='1  returned every row (HTTP request/screenshot)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Attacker manipulates queries, reads unauthorized data / hashes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Recommendation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Parameterized queries / prepared statements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Retest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Original payload no longer changes the query — closed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Reading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Final Review + Developer Security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Say the ROOT CAUSE, not just the name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Root cause → Primary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If you can state each root cause in one line, the module worked.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029200"/>
                <a:gridCol w="33832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Vulnerability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Problem (root cause)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Primary fix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SQL Injection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User input becomes SQL code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Parameterized queries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Command Injection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User input becomes OS command syntax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Avoid shell / control args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XSS (R &amp; S)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User input becomes browser-executable content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Contextual output encoding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Auth Weakness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Login allows excessive / weak attempts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Rate limit + stronger auth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Broken Access Control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App trusts object IDs without checking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Server-side authorization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CSRF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State-changing request accepted w/o intent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Anti-CSRF token + SameSite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Review &amp;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mental model to keep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Two families, two fixes. Remember these and the details follow.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Injection bugs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SQLi · Command · XSS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Data crosses into a code context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Fix: keep data AS data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parameterize / encode for the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Access &amp; auth 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Auth · Access Control · CSRF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Server fails to verify who &amp; whether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Fix: verify on the SERVER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every request, every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Review &amp;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Developer security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Keep the Quick Reference Sheet on your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Treat all input as untrusted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validate for intent; never build code from 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Parameterize queries; encode output for its context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SQLi &amp; XSS gone at the source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Don't shell out — or strictly control args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and run with least privilege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Authorize every object access on the server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identity from the session, default deny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Protect state changes: CSRF token, SameSite, POST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and add rate limiting + MFA to logins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Compare vulnerable vs secure, then RETEST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fix isn't done until the attack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Review &amp;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Thank you  · 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You exploited, read, fixed and retested 7 vulnerabilities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from both attacker and developer views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Root cause over vocabulary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you can explain WHY each one worked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Take the lab home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docker compose up -d — keep practicing safely on 127.0.0.1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